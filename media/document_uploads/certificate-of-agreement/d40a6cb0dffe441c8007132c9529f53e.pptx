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4" r:id="rId4"/>
    <p:sldId id="275" r:id="rId5"/>
    <p:sldId id="257" r:id="rId6"/>
    <p:sldId id="258" r:id="rId7"/>
    <p:sldId id="259" r:id="rId8"/>
    <p:sldId id="260" r:id="rId9"/>
    <p:sldId id="276" r:id="rId10"/>
    <p:sldId id="277" r:id="rId11"/>
    <p:sldId id="278" r:id="rId12"/>
    <p:sldId id="279" r:id="rId13"/>
    <p:sldId id="268" r:id="rId14"/>
    <p:sldId id="269" r:id="rId15"/>
    <p:sldId id="284" r:id="rId16"/>
    <p:sldId id="281" r:id="rId17"/>
    <p:sldId id="282" r:id="rId18"/>
    <p:sldId id="283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5" autoAdjust="0"/>
    <p:restoredTop sz="94713" autoAdjust="0"/>
  </p:normalViewPr>
  <p:slideViewPr>
    <p:cSldViewPr showGuides="1">
      <p:cViewPr varScale="1">
        <p:scale>
          <a:sx n="65" d="100"/>
          <a:sy n="65" d="100"/>
        </p:scale>
        <p:origin x="792" y="60"/>
      </p:cViewPr>
      <p:guideLst>
        <p:guide orient="horz" pos="2160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8A3E7-BC0F-4EA5-91FE-31EF6106F22E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CBA9E24-3D30-4F0C-A473-5436CFA5DDF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FA8A3E7-BC0F-4EA5-91FE-31EF6106F22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d"/>
  </p:transition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 panose="05020102010507070707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315" y="1468120"/>
            <a:ext cx="8924290" cy="1808480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SANGGUNIANG </a:t>
            </a:r>
            <a:r>
              <a:rPr lang="en-US" sz="4400" dirty="0">
                <a:solidFill>
                  <a:srgbClr val="FF0000"/>
                </a:solidFill>
              </a:rPr>
              <a:t>KABATAAN OF</a:t>
            </a:r>
            <a:br>
              <a:rPr lang="en-US" sz="4400" dirty="0">
                <a:solidFill>
                  <a:srgbClr val="FF0000"/>
                </a:solidFill>
              </a:rPr>
            </a:br>
            <a:r>
              <a:rPr lang="en-US" sz="4400" dirty="0">
                <a:solidFill>
                  <a:srgbClr val="FF0000"/>
                </a:solidFill>
              </a:rPr>
              <a:t>BARANGAY BUGAY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109" y="3124200"/>
            <a:ext cx="8686800" cy="1371600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solidFill>
                  <a:srgbClr val="002060"/>
                </a:solidFill>
              </a:rPr>
              <a:t>K</a:t>
            </a:r>
            <a:r>
              <a:rPr lang="en-US" sz="4000" dirty="0">
                <a:solidFill>
                  <a:srgbClr val="002060"/>
                </a:solidFill>
              </a:rPr>
              <a:t>ATIPUNAN NG </a:t>
            </a:r>
            <a:r>
              <a:rPr lang="en-US" sz="6000" dirty="0">
                <a:solidFill>
                  <a:srgbClr val="002060"/>
                </a:solidFill>
              </a:rPr>
              <a:t>K</a:t>
            </a:r>
            <a:r>
              <a:rPr lang="en-US" sz="4000" dirty="0">
                <a:solidFill>
                  <a:srgbClr val="002060"/>
                </a:solidFill>
              </a:rPr>
              <a:t>ABATAAN</a:t>
            </a:r>
            <a:endParaRPr lang="en-US" sz="4000" dirty="0">
              <a:solidFill>
                <a:srgbClr val="002060"/>
              </a:solidFill>
            </a:endParaRPr>
          </a:p>
          <a:p>
            <a:pPr algn="ctr"/>
            <a:r>
              <a:rPr lang="en-US" sz="9000" dirty="0">
                <a:solidFill>
                  <a:srgbClr val="002060"/>
                </a:solidFill>
              </a:rPr>
              <a:t>A</a:t>
            </a:r>
            <a:r>
              <a:rPr lang="en-US" sz="8000" dirty="0">
                <a:solidFill>
                  <a:srgbClr val="002060"/>
                </a:solidFill>
              </a:rPr>
              <a:t>SSEMBLY</a:t>
            </a:r>
            <a:endParaRPr lang="en-US" sz="8000" dirty="0">
              <a:solidFill>
                <a:srgbClr val="002060"/>
              </a:solidFill>
            </a:endParaRPr>
          </a:p>
          <a:p>
            <a:pPr algn="ctr"/>
            <a:r>
              <a:rPr lang="en-US" sz="4000" dirty="0">
                <a:solidFill>
                  <a:srgbClr val="002060"/>
                </a:solidFill>
              </a:rPr>
              <a:t>May 17, 2026, 3PM at </a:t>
            </a:r>
            <a:r>
              <a:rPr lang="en-US" sz="4000" dirty="0" err="1">
                <a:solidFill>
                  <a:srgbClr val="002060"/>
                </a:solidFill>
              </a:rPr>
              <a:t>Brgy</a:t>
            </a:r>
            <a:r>
              <a:rPr lang="en-US" sz="4000" dirty="0">
                <a:solidFill>
                  <a:srgbClr val="002060"/>
                </a:solidFill>
              </a:rPr>
              <a:t>. </a:t>
            </a:r>
            <a:r>
              <a:rPr lang="en-US" sz="4000" dirty="0" err="1">
                <a:solidFill>
                  <a:srgbClr val="002060"/>
                </a:solidFill>
              </a:rPr>
              <a:t>Bugay</a:t>
            </a:r>
            <a:r>
              <a:rPr lang="en-US" sz="4000" dirty="0">
                <a:solidFill>
                  <a:srgbClr val="002060"/>
                </a:solidFill>
              </a:rPr>
              <a:t>, Gymnasium</a:t>
            </a:r>
            <a:endParaRPr lang="en-US" sz="4000" dirty="0">
              <a:solidFill>
                <a:srgbClr val="002060"/>
              </a:solidFill>
            </a:endParaRPr>
          </a:p>
        </p:txBody>
      </p:sp>
      <p:pic>
        <p:nvPicPr>
          <p:cNvPr id="6" name="Picture 5" descr="C:\Users\Mr.Bugay\Desktop\SK-Logo-1200x900.jpg"/>
          <p:cNvPicPr/>
          <p:nvPr/>
        </p:nvPicPr>
        <p:blipFill>
          <a:blip r:embed="rId1" cstate="print"/>
          <a:srcRect b="22581"/>
          <a:stretch>
            <a:fillRect/>
          </a:stretch>
        </p:blipFill>
        <p:spPr bwMode="auto">
          <a:xfrm>
            <a:off x="3733800" y="0"/>
            <a:ext cx="1600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4455" y="1600200"/>
            <a:ext cx="7840345" cy="48736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 txBox="1"/>
          <p:nvPr/>
        </p:nvSpPr>
        <p:spPr>
          <a:xfrm>
            <a:off x="101991" y="38100"/>
            <a:ext cx="8610600" cy="1257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ANOUNCEMENT</a:t>
            </a:r>
            <a:endParaRPr lang="en-US" sz="89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" y="1295400"/>
            <a:ext cx="4155440" cy="55619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219200"/>
            <a:ext cx="4472940" cy="56381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48889"/>
          <a:stretch>
            <a:fillRect/>
          </a:stretch>
        </p:blipFill>
        <p:spPr>
          <a:xfrm>
            <a:off x="1981200" y="4572000"/>
            <a:ext cx="3797300" cy="2545715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tx1"/>
                </a:solidFill>
                <a:sym typeface="+mn-ea"/>
              </a:rPr>
              <a:t>PRESENTATION OF AGENDA:</a:t>
            </a:r>
            <a:br>
              <a:rPr lang="en-US" b="1">
                <a:solidFill>
                  <a:schemeClr val="tx1"/>
                </a:solidFill>
                <a:sym typeface="+mn-ea"/>
              </a:rPr>
            </a:br>
            <a:endParaRPr 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pPr marL="457200" indent="-457200">
              <a:buFont typeface="+mj-lt"/>
              <a:buAutoNum type="arabicParenR"/>
            </a:pPr>
            <a:r>
              <a:rPr lang="en-US"/>
              <a:t>READING OF MINUTES OF THE PREVIOUS MEETING</a:t>
            </a:r>
            <a:endParaRPr lang="en-US"/>
          </a:p>
          <a:p>
            <a:pPr marL="457200" indent="-457200">
              <a:buFont typeface="+mj-lt"/>
              <a:buAutoNum type="arabicParenR"/>
            </a:pPr>
            <a:r>
              <a:rPr lang="en-US"/>
              <a:t>2026 ACCOMPLISHMENT REPORT</a:t>
            </a:r>
            <a:endParaRPr lang="en-US"/>
          </a:p>
          <a:p>
            <a:pPr marL="457200" indent="-457200">
              <a:buFont typeface="+mj-lt"/>
              <a:buAutoNum type="arabicParenR"/>
            </a:pPr>
            <a:r>
              <a:rPr lang="en-US"/>
              <a:t>ANNUAL BUDGET / FINANCIAL REPORT</a:t>
            </a:r>
            <a:endParaRPr lang="en-US"/>
          </a:p>
          <a:p>
            <a:pPr marL="457200" indent="-457200">
              <a:buFont typeface="+mj-lt"/>
              <a:buAutoNum type="arabicParenR"/>
            </a:pPr>
            <a:r>
              <a:rPr lang="en-US"/>
              <a:t>OTHER MATTERS / OPEN FORUM</a:t>
            </a:r>
            <a:endParaRPr lang="en-US"/>
          </a:p>
          <a:p>
            <a:pPr marL="457200" indent="-457200">
              <a:buFont typeface="+mj-lt"/>
              <a:buAutoNum type="arabicParenR"/>
            </a:pPr>
            <a:r>
              <a:rPr lang="en-US"/>
              <a:t>ADJOURNMENT</a:t>
            </a:r>
            <a:endParaRPr lang="en-US"/>
          </a:p>
          <a:p>
            <a:pPr marL="457200" indent="-457200">
              <a:buFont typeface="+mj-lt"/>
              <a:buAutoNum type="arabicParenR"/>
            </a:pPr>
            <a:endParaRPr lang="en-US"/>
          </a:p>
          <a:p>
            <a:pPr marL="457200" indent="-457200">
              <a:buFont typeface="+mj-lt"/>
              <a:buAutoNum type="arabicParenR"/>
            </a:pPr>
            <a:endParaRPr lang="en-US"/>
          </a:p>
          <a:p>
            <a:pPr marL="457200" indent="-457200">
              <a:buFont typeface="+mj-lt"/>
              <a:buAutoNum type="arabicParenR"/>
            </a:pPr>
            <a:endParaRPr lang="en-US"/>
          </a:p>
        </p:txBody>
      </p:sp>
    </p:spTree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143000"/>
            <a:ext cx="8534400" cy="51054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4000" b="1" dirty="0">
                <a:latin typeface="Century Gothic" panose="020B0502020202020204" pitchFamily="34" charset="0"/>
              </a:rPr>
              <a:t> </a:t>
            </a:r>
            <a:r>
              <a:rPr lang="en-US" sz="7200" b="1" dirty="0">
                <a:latin typeface="Century Gothic" panose="020B0502020202020204" pitchFamily="34" charset="0"/>
              </a:rPr>
              <a:t>READING OF THE MINUTES OF THE</a:t>
            </a:r>
            <a:r>
              <a:rPr lang="en-US" sz="6000" b="1" dirty="0">
                <a:latin typeface="Century Gothic" panose="020B0502020202020204" pitchFamily="34" charset="0"/>
              </a:rPr>
              <a:t> </a:t>
            </a:r>
            <a:r>
              <a:rPr lang="en-US" sz="7200" b="1" dirty="0">
                <a:latin typeface="Century Gothic" panose="020B0502020202020204" pitchFamily="34" charset="0"/>
              </a:rPr>
              <a:t>PREVIOUS </a:t>
            </a:r>
            <a:r>
              <a:rPr lang="en-US" sz="9600" b="1" dirty="0">
                <a:latin typeface="Century Gothic" panose="020B0502020202020204" pitchFamily="34" charset="0"/>
              </a:rPr>
              <a:t>KK</a:t>
            </a:r>
            <a:r>
              <a:rPr lang="en-US" sz="7200" b="1" dirty="0">
                <a:latin typeface="Century Gothic" panose="020B0502020202020204" pitchFamily="34" charset="0"/>
              </a:rPr>
              <a:t> </a:t>
            </a:r>
            <a:r>
              <a:rPr lang="en-US" sz="9600" b="1" dirty="0">
                <a:latin typeface="Century Gothic" panose="020B0502020202020204" pitchFamily="34" charset="0"/>
              </a:rPr>
              <a:t>ASSEMBLY</a:t>
            </a:r>
            <a:endParaRPr lang="en-US" sz="96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" y="1547294"/>
            <a:ext cx="9296400" cy="3352800"/>
          </a:xfrm>
        </p:spPr>
        <p:txBody>
          <a:bodyPr>
            <a:noAutofit/>
          </a:bodyPr>
          <a:lstStyle/>
          <a:p>
            <a:pPr algn="ctr"/>
            <a:br>
              <a:rPr lang="en-US" sz="5000" b="1" dirty="0">
                <a:solidFill>
                  <a:schemeClr val="tx1"/>
                </a:solidFill>
              </a:rPr>
            </a:br>
            <a:r>
              <a:rPr lang="en-US" sz="12000" b="1" dirty="0">
                <a:solidFill>
                  <a:schemeClr val="tx1"/>
                </a:solidFill>
              </a:rPr>
              <a:t>2026</a:t>
            </a:r>
            <a:r>
              <a:rPr lang="en-US" sz="5000" b="1" dirty="0">
                <a:solidFill>
                  <a:schemeClr val="tx1"/>
                </a:solidFill>
              </a:rPr>
              <a:t> </a:t>
            </a:r>
            <a:r>
              <a:rPr lang="en-US" sz="6200" b="1" dirty="0">
                <a:solidFill>
                  <a:schemeClr val="tx1"/>
                </a:solidFill>
              </a:rPr>
              <a:t>ACCOMPLISHMENT</a:t>
            </a:r>
            <a:r>
              <a:rPr lang="en-US" sz="5000" b="1" dirty="0">
                <a:solidFill>
                  <a:schemeClr val="tx1"/>
                </a:solidFill>
              </a:rPr>
              <a:t> </a:t>
            </a:r>
            <a:r>
              <a:rPr lang="en-US" sz="10500" b="1" dirty="0">
                <a:solidFill>
                  <a:schemeClr val="tx1"/>
                </a:solidFill>
              </a:rPr>
              <a:t>REPORT</a:t>
            </a:r>
            <a:endParaRPr lang="en-US" sz="105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447800"/>
            <a:ext cx="8610600" cy="3124200"/>
          </a:xfr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7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</a:t>
            </a:r>
            <a:r>
              <a:rPr lang="en-US" sz="69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rograms</a:t>
            </a:r>
            <a:r>
              <a:rPr lang="en-US" sz="7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/P</a:t>
            </a:r>
            <a:r>
              <a:rPr lang="en-US" sz="69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rojects</a:t>
            </a:r>
            <a:r>
              <a:rPr lang="en-US" sz="7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8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activities implemented</a:t>
            </a:r>
            <a:endParaRPr lang="en-US" sz="89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534400" cy="1741714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br>
              <a:rPr lang="en-US" sz="44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US" sz="6700" b="1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Century Gothic" panose="020B0502020202020204" pitchFamily="34" charset="0"/>
              </a:rPr>
              <a:t>Sports Development Program</a:t>
            </a:r>
            <a:endParaRPr lang="en-US" sz="6700" b="1" cap="none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905000"/>
            <a:ext cx="8153400" cy="1055914"/>
          </a:xfr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3200" b="1" dirty="0"/>
              <a:t>           BASKETBALL TOURNAMENT</a:t>
            </a:r>
            <a:endParaRPr lang="en-US" sz="3200" b="1" dirty="0"/>
          </a:p>
          <a:p>
            <a:pPr>
              <a:buNone/>
            </a:pPr>
            <a:r>
              <a:rPr lang="en-US" altLang="en-US" sz="3600" b="1" dirty="0">
                <a:latin typeface="Century Gothic" panose="020B0502020202020204" pitchFamily="34" charset="0"/>
                <a:ea typeface="BatangChe" pitchFamily="49" charset="-127"/>
              </a:rPr>
              <a:t>            February 1 to March 11, 2026</a:t>
            </a:r>
            <a:endParaRPr lang="en-US" altLang="en-US" sz="3600" b="1" dirty="0">
              <a:latin typeface="Century Gothic" panose="020B0502020202020204" pitchFamily="34" charset="0"/>
              <a:ea typeface="BatangChe" pitchFamily="49" charset="-127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838200" y="1905000"/>
            <a:ext cx="6096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124200"/>
            <a:ext cx="7779385" cy="3521710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558165" y="457200"/>
            <a:ext cx="7830185" cy="5940425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234315" y="218440"/>
            <a:ext cx="8352790" cy="6526530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534670" y="274955"/>
            <a:ext cx="7957185" cy="6198870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534670" y="274955"/>
            <a:ext cx="7966075" cy="6198870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0"/>
            <a:ext cx="8610600" cy="4900094"/>
          </a:xfr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endParaRPr 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ANNUAL BUDGET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PH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ransition spd="slow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Screenshot 2026-05-16 122822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106680" y="170180"/>
            <a:ext cx="8672195" cy="6687820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5-16 123424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128905" y="154940"/>
            <a:ext cx="8669655" cy="6692265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5-16 123446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23495" y="59055"/>
            <a:ext cx="8888095" cy="6722110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b="1">
                <a:solidFill>
                  <a:schemeClr val="tx1"/>
                </a:solidFill>
              </a:rPr>
            </a:b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pPr marL="0" indent="0" algn="ctr">
              <a:buNone/>
            </a:pPr>
            <a:endParaRPr lang="en-US" b="1">
              <a:sym typeface="+mn-ea"/>
            </a:endParaRPr>
          </a:p>
          <a:p>
            <a:pPr marL="0" indent="0" algn="ctr">
              <a:buNone/>
            </a:pPr>
            <a:endParaRPr lang="en-US" b="1">
              <a:sym typeface="+mn-ea"/>
            </a:endParaRPr>
          </a:p>
          <a:p>
            <a:pPr marL="0" indent="0" algn="ctr">
              <a:buNone/>
            </a:pPr>
            <a:r>
              <a:rPr lang="en-US" sz="4800" b="1">
                <a:sym typeface="+mn-ea"/>
              </a:rPr>
              <a:t>OTHER MATTERS / OPEN FORUM</a:t>
            </a:r>
            <a:endParaRPr lang="en-US" sz="4800"/>
          </a:p>
        </p:txBody>
      </p:sp>
    </p:spTree>
  </p:cSld>
  <p:clrMapOvr>
    <a:masterClrMapping/>
  </p:clrMapOvr>
  <p:transition spd="slow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endParaRPr lang="en-US" b="1">
              <a:sym typeface="+mn-ea"/>
            </a:endParaRPr>
          </a:p>
          <a:p>
            <a:endParaRPr lang="en-US" b="1">
              <a:sym typeface="+mn-ea"/>
            </a:endParaRPr>
          </a:p>
          <a:p>
            <a:pPr marL="0" indent="0" algn="ctr">
              <a:buNone/>
            </a:pPr>
            <a:r>
              <a:rPr lang="en-US" sz="5400" b="1">
                <a:sym typeface="+mn-ea"/>
              </a:rPr>
              <a:t>ADJOURNMENT</a:t>
            </a:r>
            <a:endParaRPr lang="en-US" sz="5400"/>
          </a:p>
        </p:txBody>
      </p:sp>
    </p:spTree>
  </p:cSld>
  <p:clrMapOvr>
    <a:masterClrMapping/>
  </p:clrMapOvr>
  <p:transition spd="slow"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:\Users\Mr.Bugay\Desktop\SK-Logo-1200x900.jpg"/>
          <p:cNvPicPr/>
          <p:nvPr/>
        </p:nvPicPr>
        <p:blipFill>
          <a:blip r:embed="rId1" cstate="print"/>
          <a:srcRect b="22581"/>
          <a:stretch>
            <a:fillRect/>
          </a:stretch>
        </p:blipFill>
        <p:spPr bwMode="auto">
          <a:xfrm>
            <a:off x="304800" y="152400"/>
            <a:ext cx="1295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287905" y="1809115"/>
            <a:ext cx="5601970" cy="2687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THANK YOU!</a:t>
            </a:r>
            <a:endParaRPr lang="en-US" sz="3600" dirty="0"/>
          </a:p>
        </p:txBody>
      </p:sp>
    </p:spTree>
  </p:cSld>
  <p:clrMapOvr>
    <a:masterClrMapping/>
  </p:clrMapOvr>
  <p:transition spd="slow"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580</Words>
  <Application>WPS Presentation</Application>
  <PresentationFormat>On-screen Show (4:3)</PresentationFormat>
  <Paragraphs>51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SimSun</vt:lpstr>
      <vt:lpstr>Wingdings</vt:lpstr>
      <vt:lpstr>Wingdings</vt:lpstr>
      <vt:lpstr>Wingdings 2</vt:lpstr>
      <vt:lpstr>Century Gothic</vt:lpstr>
      <vt:lpstr>BatangChe</vt:lpstr>
      <vt:lpstr>Malgun Gothic</vt:lpstr>
      <vt:lpstr>Times New Roman</vt:lpstr>
      <vt:lpstr>Century Schoolbook</vt:lpstr>
      <vt:lpstr>Microsoft YaHei</vt:lpstr>
      <vt:lpstr>Arial Unicode MS</vt:lpstr>
      <vt:lpstr>Calibri</vt:lpstr>
      <vt:lpstr>Oriel</vt:lpstr>
      <vt:lpstr>SANGGUNIANG KABATAAN OF BARANGAY BUGAY</vt:lpstr>
      <vt:lpstr>PowerPoint 演示文稿</vt:lpstr>
      <vt:lpstr>PRESENTATION OF AGENDA: </vt:lpstr>
      <vt:lpstr>PowerPoint 演示文稿</vt:lpstr>
      <vt:lpstr> 2026 ACCOMPLISHMENT REPORT</vt:lpstr>
      <vt:lpstr>Programs/Projects and activities implemented</vt:lpstr>
      <vt:lpstr>           Sports Development Program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SANGGUNIANG KABATAAN BARANGAY BUGAY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Mr.Bugay</dc:creator>
  <cp:lastModifiedBy>amperol</cp:lastModifiedBy>
  <cp:revision>112</cp:revision>
  <dcterms:created xsi:type="dcterms:W3CDTF">2021-08-26T10:11:00Z</dcterms:created>
  <dcterms:modified xsi:type="dcterms:W3CDTF">2026-05-16T04:37:58Z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6579FF6F16DD467687F7B75164F6C0B7_13</vt:lpwstr>
  </property>
  <property fmtid="{D5CDD505-2E9C-101B-9397-08002B2CF9AE}" pid="3" name="KSOProductBuildVer">
    <vt:lpwstr>1033-12.1.0.26372</vt:lpwstr>
  </property>
</Properties>
</file>